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64" d="100"/>
          <a:sy n="64" d="100"/>
        </p:scale>
        <p:origin x="687" y="9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ya Gady" userId="7631e2b3a43d1301" providerId="LiveId" clId="{030F32AD-E086-436A-8370-117693AAF5BD}"/>
    <pc:docChg chg="custSel addSld modSld modMainMaster">
      <pc:chgData name="Satya Gady" userId="7631e2b3a43d1301" providerId="LiveId" clId="{030F32AD-E086-436A-8370-117693AAF5BD}" dt="2026-07-05T08:25:17.195" v="5" actId="26606"/>
      <pc:docMkLst>
        <pc:docMk/>
      </pc:docMkLst>
      <pc:sldChg chg="addSp delSp modSp mod modClrScheme chgLayout">
        <pc:chgData name="Satya Gady" userId="7631e2b3a43d1301" providerId="LiveId" clId="{030F32AD-E086-436A-8370-117693AAF5BD}" dt="2026-07-05T08:25:17.195" v="5" actId="26606"/>
        <pc:sldMkLst>
          <pc:docMk/>
          <pc:sldMk cId="0" sldId="256"/>
        </pc:sldMkLst>
        <pc:spChg chg="add mod">
          <ac:chgData name="Satya Gady" userId="7631e2b3a43d1301" providerId="LiveId" clId="{030F32AD-E086-436A-8370-117693AAF5BD}" dt="2026-07-05T08:25:17.195" v="5" actId="26606"/>
          <ac:spMkLst>
            <pc:docMk/>
            <pc:sldMk cId="0" sldId="256"/>
            <ac:spMk id="2" creationId="{00000000-0000-0000-0000-000000000000}"/>
          </ac:spMkLst>
        </pc:spChg>
        <pc:spChg chg="add mod">
          <ac:chgData name="Satya Gady" userId="7631e2b3a43d1301" providerId="LiveId" clId="{030F32AD-E086-436A-8370-117693AAF5BD}" dt="2026-07-05T08:25:17.195" v="5" actId="26606"/>
          <ac:spMkLst>
            <pc:docMk/>
            <pc:sldMk cId="0" sldId="256"/>
            <ac:spMk id="4" creationId="{00000000-0000-0000-0000-000000000000}"/>
          </ac:spMkLst>
        </pc:spChg>
        <pc:spChg chg="mod">
          <ac:chgData name="Satya Gady" userId="7631e2b3a43d1301" providerId="LiveId" clId="{030F32AD-E086-436A-8370-117693AAF5BD}" dt="2026-07-05T08:22:21.969" v="3" actId="26606"/>
          <ac:spMkLst>
            <pc:docMk/>
            <pc:sldMk cId="0" sldId="256"/>
            <ac:spMk id="5" creationId="{00000000-0000-0000-0000-000000000000}"/>
          </ac:spMkLst>
        </pc:spChg>
        <pc:spChg chg="mod">
          <ac:chgData name="Satya Gady" userId="7631e2b3a43d1301" providerId="LiveId" clId="{030F32AD-E086-436A-8370-117693AAF5BD}" dt="2026-07-05T08:25:17.195" v="5" actId="26606"/>
          <ac:spMkLst>
            <pc:docMk/>
            <pc:sldMk cId="0" sldId="256"/>
            <ac:spMk id="6" creationId="{00000000-0000-0000-0000-000000000000}"/>
          </ac:spMkLst>
        </pc:spChg>
        <pc:spChg chg="mod">
          <ac:chgData name="Satya Gady" userId="7631e2b3a43d1301" providerId="LiveId" clId="{030F32AD-E086-436A-8370-117693AAF5BD}" dt="2026-07-05T08:25:17.195" v="5" actId="26606"/>
          <ac:spMkLst>
            <pc:docMk/>
            <pc:sldMk cId="0" sldId="256"/>
            <ac:spMk id="7" creationId="{00000000-0000-0000-0000-000000000000}"/>
          </ac:spMkLst>
        </pc:spChg>
        <pc:spChg chg="mod">
          <ac:chgData name="Satya Gady" userId="7631e2b3a43d1301" providerId="LiveId" clId="{030F32AD-E086-436A-8370-117693AAF5BD}" dt="2026-07-05T08:25:17.195" v="5" actId="26606"/>
          <ac:spMkLst>
            <pc:docMk/>
            <pc:sldMk cId="0" sldId="256"/>
            <ac:spMk id="8" creationId="{00000000-0000-0000-0000-000000000000}"/>
          </ac:spMkLst>
        </pc:spChg>
        <pc:spChg chg="add del mod">
          <ac:chgData name="Satya Gady" userId="7631e2b3a43d1301" providerId="LiveId" clId="{030F32AD-E086-436A-8370-117693AAF5BD}" dt="2026-07-05T08:25:17.195" v="5" actId="26606"/>
          <ac:spMkLst>
            <pc:docMk/>
            <pc:sldMk cId="0" sldId="256"/>
            <ac:spMk id="9" creationId="{00000000-0000-0000-0000-000000000000}"/>
          </ac:spMkLst>
        </pc:spChg>
        <pc:spChg chg="del">
          <ac:chgData name="Satya Gady" userId="7631e2b3a43d1301" providerId="LiveId" clId="{030F32AD-E086-436A-8370-117693AAF5BD}" dt="2026-07-05T08:18:09.190" v="1" actId="26606"/>
          <ac:spMkLst>
            <pc:docMk/>
            <pc:sldMk cId="0" sldId="256"/>
            <ac:spMk id="10" creationId="{00000000-0000-0000-0000-000000000000}"/>
          </ac:spMkLst>
        </pc:spChg>
        <pc:spChg chg="del mod replId">
          <ac:chgData name="Satya Gady" userId="7631e2b3a43d1301" providerId="LiveId" clId="{030F32AD-E086-436A-8370-117693AAF5BD}" dt="2026-07-05T08:22:21.969" v="3" actId="26606"/>
          <ac:spMkLst>
            <pc:docMk/>
            <pc:sldMk cId="0" sldId="256"/>
            <ac:spMk id="11" creationId="{00000000-0000-0000-0000-000000000000}"/>
          </ac:spMkLst>
        </pc:spChg>
        <pc:spChg chg="del">
          <ac:chgData name="Satya Gady" userId="7631e2b3a43d1301" providerId="LiveId" clId="{030F32AD-E086-436A-8370-117693AAF5BD}" dt="2026-07-05T08:18:09.190" v="1" actId="26606"/>
          <ac:spMkLst>
            <pc:docMk/>
            <pc:sldMk cId="0" sldId="256"/>
            <ac:spMk id="12" creationId="{00000000-0000-0000-0000-000000000000}"/>
          </ac:spMkLst>
        </pc:spChg>
        <pc:spChg chg="del">
          <ac:chgData name="Satya Gady" userId="7631e2b3a43d1301" providerId="LiveId" clId="{030F32AD-E086-436A-8370-117693AAF5BD}" dt="2026-07-05T08:18:09.190" v="1" actId="26606"/>
          <ac:spMkLst>
            <pc:docMk/>
            <pc:sldMk cId="0" sldId="256"/>
            <ac:spMk id="17" creationId="{00000000-0000-0000-0000-000000000000}"/>
          </ac:spMkLst>
        </pc:spChg>
        <pc:spChg chg="del">
          <ac:chgData name="Satya Gady" userId="7631e2b3a43d1301" providerId="LiveId" clId="{030F32AD-E086-436A-8370-117693AAF5BD}" dt="2026-07-05T08:18:09.190" v="1" actId="26606"/>
          <ac:spMkLst>
            <pc:docMk/>
            <pc:sldMk cId="0" sldId="256"/>
            <ac:spMk id="20" creationId="{00000000-0000-0000-0000-000000000000}"/>
          </ac:spMkLst>
        </pc:spChg>
        <pc:spChg chg="del">
          <ac:chgData name="Satya Gady" userId="7631e2b3a43d1301" providerId="LiveId" clId="{030F32AD-E086-436A-8370-117693AAF5BD}" dt="2026-07-05T08:18:09.190" v="1" actId="26606"/>
          <ac:spMkLst>
            <pc:docMk/>
            <pc:sldMk cId="0" sldId="256"/>
            <ac:spMk id="23" creationId="{00000000-0000-0000-0000-000000000000}"/>
          </ac:spMkLst>
        </pc:spChg>
        <pc:spChg chg="del">
          <ac:chgData name="Satya Gady" userId="7631e2b3a43d1301" providerId="LiveId" clId="{030F32AD-E086-436A-8370-117693AAF5BD}" dt="2026-07-05T08:18:09.190" v="1" actId="26606"/>
          <ac:spMkLst>
            <pc:docMk/>
            <pc:sldMk cId="0" sldId="256"/>
            <ac:spMk id="26" creationId="{00000000-0000-0000-0000-000000000000}"/>
          </ac:spMkLst>
        </pc:spChg>
        <pc:spChg chg="mod replId">
          <ac:chgData name="Satya Gady" userId="7631e2b3a43d1301" providerId="LiveId" clId="{030F32AD-E086-436A-8370-117693AAF5BD}" dt="2026-07-05T08:18:09.071" v="0" actId="26606"/>
          <ac:spMkLst>
            <pc:docMk/>
            <pc:sldMk cId="0" sldId="256"/>
            <ac:spMk id="27" creationId="{00000000-0000-0000-0000-000000000000}"/>
          </ac:spMkLst>
        </pc:spChg>
        <pc:spChg chg="mod replId">
          <ac:chgData name="Satya Gady" userId="7631e2b3a43d1301" providerId="LiveId" clId="{030F32AD-E086-436A-8370-117693AAF5BD}" dt="2026-07-05T08:18:09.071" v="0" actId="26606"/>
          <ac:spMkLst>
            <pc:docMk/>
            <pc:sldMk cId="0" sldId="256"/>
            <ac:spMk id="28" creationId="{00000000-0000-0000-0000-000000000000}"/>
          </ac:spMkLst>
        </pc:spChg>
        <pc:picChg chg="add">
          <ac:chgData name="Satya Gady" userId="7631e2b3a43d1301" providerId="LiveId" clId="{030F32AD-E086-436A-8370-117693AAF5BD}" dt="2026-07-05T08:22:21.969" v="3" actId="26606"/>
          <ac:picMkLst>
            <pc:docMk/>
            <pc:sldMk cId="0" sldId="256"/>
            <ac:picMk id="3" creationId="{00000000-0000-0000-0000-000000000000}"/>
          </ac:picMkLst>
        </pc:picChg>
        <pc:picChg chg="del mod replId">
          <ac:chgData name="Satya Gady" userId="7631e2b3a43d1301" providerId="LiveId" clId="{030F32AD-E086-436A-8370-117693AAF5BD}" dt="2026-07-05T08:22:21.969" v="3" actId="26606"/>
          <ac:picMkLst>
            <pc:docMk/>
            <pc:sldMk cId="0" sldId="256"/>
            <ac:picMk id="10" creationId="{00000000-0000-0000-0000-000000000000}"/>
          </ac:picMkLst>
        </pc:picChg>
      </pc:sldChg>
      <pc:sldChg chg="addSp delSp modSp mod modClrScheme chgLayout">
        <pc:chgData name="Satya Gady" userId="7631e2b3a43d1301" providerId="LiveId" clId="{030F32AD-E086-436A-8370-117693AAF5BD}" dt="2026-07-05T08:25:17.195" v="5" actId="26606"/>
        <pc:sldMkLst>
          <pc:docMk/>
          <pc:sldMk cId="0" sldId="257"/>
        </pc:sldMkLst>
        <pc:spChg chg="mod">
          <ac:chgData name="Satya Gady" userId="7631e2b3a43d1301" providerId="LiveId" clId="{030F32AD-E086-436A-8370-117693AAF5BD}" dt="2026-07-05T08:25:17.195" v="5" actId="26606"/>
          <ac:spMkLst>
            <pc:docMk/>
            <pc:sldMk cId="0" sldId="257"/>
            <ac:spMk id="2" creationId="{00000000-0000-0000-0000-000000000000}"/>
          </ac:spMkLst>
        </pc:spChg>
        <pc:spChg chg="mod">
          <ac:chgData name="Satya Gady" userId="7631e2b3a43d1301" providerId="LiveId" clId="{030F32AD-E086-436A-8370-117693AAF5BD}" dt="2026-07-05T08:25:17.195" v="5" actId="26606"/>
          <ac:spMkLst>
            <pc:docMk/>
            <pc:sldMk cId="0" sldId="257"/>
            <ac:spMk id="7" creationId="{00000000-0000-0000-0000-000000000000}"/>
          </ac:spMkLst>
        </pc:spChg>
        <pc:spChg chg="mod">
          <ac:chgData name="Satya Gady" userId="7631e2b3a43d1301" providerId="LiveId" clId="{030F32AD-E086-436A-8370-117693AAF5BD}" dt="2026-07-05T08:22:21.969" v="3" actId="26606"/>
          <ac:spMkLst>
            <pc:docMk/>
            <pc:sldMk cId="0" sldId="257"/>
            <ac:spMk id="8" creationId="{00000000-0000-0000-0000-000000000000}"/>
          </ac:spMkLst>
        </pc:spChg>
        <pc:spChg chg="mod">
          <ac:chgData name="Satya Gady" userId="7631e2b3a43d1301" providerId="LiveId" clId="{030F32AD-E086-436A-8370-117693AAF5BD}" dt="2026-07-05T08:25:17.195" v="5" actId="26606"/>
          <ac:spMkLst>
            <pc:docMk/>
            <pc:sldMk cId="0" sldId="257"/>
            <ac:spMk id="9" creationId="{00000000-0000-0000-0000-000000000000}"/>
          </ac:spMkLst>
        </pc:spChg>
        <pc:spChg chg="mod">
          <ac:chgData name="Satya Gady" userId="7631e2b3a43d1301" providerId="LiveId" clId="{030F32AD-E086-436A-8370-117693AAF5BD}" dt="2026-07-05T08:25:17.195" v="5" actId="2660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Satya Gady" userId="7631e2b3a43d1301" providerId="LiveId" clId="{030F32AD-E086-436A-8370-117693AAF5BD}" dt="2026-07-05T08:25:17.195" v="5" actId="26606"/>
          <ac:spMkLst>
            <pc:docMk/>
            <pc:sldMk cId="0" sldId="257"/>
            <ac:spMk id="13" creationId="{00000000-0000-0000-0000-000000000000}"/>
          </ac:spMkLst>
        </pc:spChg>
        <pc:spChg chg="add mod">
          <ac:chgData name="Satya Gady" userId="7631e2b3a43d1301" providerId="LiveId" clId="{030F32AD-E086-436A-8370-117693AAF5BD}" dt="2026-07-05T08:25:17.195" v="5" actId="26606"/>
          <ac:spMkLst>
            <pc:docMk/>
            <pc:sldMk cId="0" sldId="257"/>
            <ac:spMk id="15" creationId="{00000000-0000-0000-0000-000000000000}"/>
          </ac:spMkLst>
        </pc:spChg>
        <pc:spChg chg="add mod">
          <ac:chgData name="Satya Gady" userId="7631e2b3a43d1301" providerId="LiveId" clId="{030F32AD-E086-436A-8370-117693AAF5BD}" dt="2026-07-05T08:25:17.195" v="5" actId="2660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Satya Gady" userId="7631e2b3a43d1301" providerId="LiveId" clId="{030F32AD-E086-436A-8370-117693AAF5BD}" dt="2026-07-05T08:25:17.195" v="5" actId="26606"/>
          <ac:spMkLst>
            <pc:docMk/>
            <pc:sldMk cId="0" sldId="257"/>
            <ac:spMk id="19" creationId="{00000000-0000-0000-0000-000000000000}"/>
          </ac:spMkLst>
        </pc:spChg>
        <pc:spChg chg="add mod">
          <ac:chgData name="Satya Gady" userId="7631e2b3a43d1301" providerId="LiveId" clId="{030F32AD-E086-436A-8370-117693AAF5BD}" dt="2026-07-05T08:22:21.969" v="3" actId="2660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Satya Gady" userId="7631e2b3a43d1301" providerId="LiveId" clId="{030F32AD-E086-436A-8370-117693AAF5BD}" dt="2026-07-05T08:25:17.195" v="5" actId="26606"/>
          <ac:spMkLst>
            <pc:docMk/>
            <pc:sldMk cId="0" sldId="257"/>
            <ac:spMk id="21" creationId="{00000000-0000-0000-0000-000000000000}"/>
          </ac:spMkLst>
        </pc:spChg>
        <pc:spChg chg="add mod">
          <ac:chgData name="Satya Gady" userId="7631e2b3a43d1301" providerId="LiveId" clId="{030F32AD-E086-436A-8370-117693AAF5BD}" dt="2026-07-05T08:22:21.969" v="3" actId="26606"/>
          <ac:spMkLst>
            <pc:docMk/>
            <pc:sldMk cId="0" sldId="257"/>
            <ac:spMk id="22" creationId="{00000000-0000-0000-0000-000000000000}"/>
          </ac:spMkLst>
        </pc:spChg>
        <pc:spChg chg="add del mod replId">
          <ac:chgData name="Satya Gady" userId="7631e2b3a43d1301" providerId="LiveId" clId="{030F32AD-E086-436A-8370-117693AAF5BD}" dt="2026-07-05T08:25:17.195" v="5" actId="26606"/>
          <ac:spMkLst>
            <pc:docMk/>
            <pc:sldMk cId="0" sldId="257"/>
            <ac:spMk id="26" creationId="{00000000-0000-0000-0000-000000000000}"/>
          </ac:spMkLst>
        </pc:spChg>
        <pc:spChg chg="mod replId">
          <ac:chgData name="Satya Gady" userId="7631e2b3a43d1301" providerId="LiveId" clId="{030F32AD-E086-436A-8370-117693AAF5BD}" dt="2026-07-05T08:22:21.840" v="2" actId="26606"/>
          <ac:spMkLst>
            <pc:docMk/>
            <pc:sldMk cId="0" sldId="257"/>
            <ac:spMk id="28" creationId="{00000000-0000-0000-0000-000000000000}"/>
          </ac:spMkLst>
        </pc:spChg>
        <pc:spChg chg="del mod replId">
          <ac:chgData name="Satya Gady" userId="7631e2b3a43d1301" providerId="LiveId" clId="{030F32AD-E086-436A-8370-117693AAF5BD}" dt="2026-07-05T08:22:21.969" v="3" actId="26606"/>
          <ac:spMkLst>
            <pc:docMk/>
            <pc:sldMk cId="0" sldId="257"/>
            <ac:spMk id="29" creationId="{00000000-0000-0000-0000-000000000000}"/>
          </ac:spMkLst>
        </pc:spChg>
        <pc:picChg chg="mod replId">
          <ac:chgData name="Satya Gady" userId="7631e2b3a43d1301" providerId="LiveId" clId="{030F32AD-E086-436A-8370-117693AAF5BD}" dt="2026-07-05T08:22:21.840" v="2" actId="26606"/>
          <ac:picMkLst>
            <pc:docMk/>
            <pc:sldMk cId="0" sldId="257"/>
            <ac:picMk id="27" creationId="{00000000-0000-0000-0000-000000000000}"/>
          </ac:picMkLst>
        </pc:picChg>
      </pc:sldChg>
      <pc:sldChg chg="addSp delSp modSp mod modClrScheme chgLayout">
        <pc:chgData name="Satya Gady" userId="7631e2b3a43d1301" providerId="LiveId" clId="{030F32AD-E086-436A-8370-117693AAF5BD}" dt="2026-07-05T08:25:17.195" v="5" actId="26606"/>
        <pc:sldMkLst>
          <pc:docMk/>
          <pc:sldMk cId="0" sldId="258"/>
        </pc:sldMkLst>
        <pc:spChg chg="add mod">
          <ac:chgData name="Satya Gady" userId="7631e2b3a43d1301" providerId="LiveId" clId="{030F32AD-E086-436A-8370-117693AAF5BD}" dt="2026-07-05T08:25:17.195" v="5" actId="26606"/>
          <ac:spMkLst>
            <pc:docMk/>
            <pc:sldMk cId="0" sldId="258"/>
            <ac:spMk id="3" creationId="{00000000-0000-0000-0000-000000000000}"/>
          </ac:spMkLst>
        </pc:spChg>
        <pc:spChg chg="mod">
          <ac:chgData name="Satya Gady" userId="7631e2b3a43d1301" providerId="LiveId" clId="{030F32AD-E086-436A-8370-117693AAF5BD}" dt="2026-07-05T08:25:17.195" v="5" actId="26606"/>
          <ac:spMkLst>
            <pc:docMk/>
            <pc:sldMk cId="0" sldId="258"/>
            <ac:spMk id="7" creationId="{00000000-0000-0000-0000-000000000000}"/>
          </ac:spMkLst>
        </pc:spChg>
        <pc:spChg chg="mod">
          <ac:chgData name="Satya Gady" userId="7631e2b3a43d1301" providerId="LiveId" clId="{030F32AD-E086-436A-8370-117693AAF5BD}" dt="2026-07-05T08:25:17.195" v="5" actId="26606"/>
          <ac:spMkLst>
            <pc:docMk/>
            <pc:sldMk cId="0" sldId="258"/>
            <ac:spMk id="8" creationId="{00000000-0000-0000-0000-000000000000}"/>
          </ac:spMkLst>
        </pc:spChg>
        <pc:spChg chg="mod">
          <ac:chgData name="Satya Gady" userId="7631e2b3a43d1301" providerId="LiveId" clId="{030F32AD-E086-436A-8370-117693AAF5BD}" dt="2026-07-05T08:22:21.969" v="3" actId="2660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Satya Gady" userId="7631e2b3a43d1301" providerId="LiveId" clId="{030F32AD-E086-436A-8370-117693AAF5BD}" dt="2026-07-05T08:25:17.195" v="5" actId="2660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Satya Gady" userId="7631e2b3a43d1301" providerId="LiveId" clId="{030F32AD-E086-436A-8370-117693AAF5BD}" dt="2026-07-05T08:25:17.195" v="5" actId="2660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Satya Gady" userId="7631e2b3a43d1301" providerId="LiveId" clId="{030F32AD-E086-436A-8370-117693AAF5BD}" dt="2026-07-05T08:18:09.190" v="1" actId="2660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Satya Gady" userId="7631e2b3a43d1301" providerId="LiveId" clId="{030F32AD-E086-436A-8370-117693AAF5BD}" dt="2026-07-05T08:25:17.195" v="5" actId="26606"/>
          <ac:spMkLst>
            <pc:docMk/>
            <pc:sldMk cId="0" sldId="258"/>
            <ac:spMk id="20" creationId="{00000000-0000-0000-0000-000000000000}"/>
          </ac:spMkLst>
        </pc:spChg>
        <pc:spChg chg="mod">
          <ac:chgData name="Satya Gady" userId="7631e2b3a43d1301" providerId="LiveId" clId="{030F32AD-E086-436A-8370-117693AAF5BD}" dt="2026-07-05T08:25:17.195" v="5" actId="26606"/>
          <ac:spMkLst>
            <pc:docMk/>
            <pc:sldMk cId="0" sldId="258"/>
            <ac:spMk id="21" creationId="{00000000-0000-0000-0000-000000000000}"/>
          </ac:spMkLst>
        </pc:spChg>
        <pc:spChg chg="mod">
          <ac:chgData name="Satya Gady" userId="7631e2b3a43d1301" providerId="LiveId" clId="{030F32AD-E086-436A-8370-117693AAF5BD}" dt="2026-07-05T08:22:21.969" v="3" actId="26606"/>
          <ac:spMkLst>
            <pc:docMk/>
            <pc:sldMk cId="0" sldId="258"/>
            <ac:spMk id="22" creationId="{00000000-0000-0000-0000-000000000000}"/>
          </ac:spMkLst>
        </pc:spChg>
        <pc:spChg chg="mod">
          <ac:chgData name="Satya Gady" userId="7631e2b3a43d1301" providerId="LiveId" clId="{030F32AD-E086-436A-8370-117693AAF5BD}" dt="2026-07-05T08:22:21.969" v="3" actId="26606"/>
          <ac:spMkLst>
            <pc:docMk/>
            <pc:sldMk cId="0" sldId="258"/>
            <ac:spMk id="26" creationId="{00000000-0000-0000-0000-000000000000}"/>
          </ac:spMkLst>
        </pc:spChg>
        <pc:spChg chg="mod">
          <ac:chgData name="Satya Gady" userId="7631e2b3a43d1301" providerId="LiveId" clId="{030F32AD-E086-436A-8370-117693AAF5BD}" dt="2026-07-05T08:25:17.195" v="5" actId="26606"/>
          <ac:spMkLst>
            <pc:docMk/>
            <pc:sldMk cId="0" sldId="258"/>
            <ac:spMk id="27" creationId="{00000000-0000-0000-0000-000000000000}"/>
          </ac:spMkLst>
        </pc:spChg>
        <pc:spChg chg="mod">
          <ac:chgData name="Satya Gady" userId="7631e2b3a43d1301" providerId="LiveId" clId="{030F32AD-E086-436A-8370-117693AAF5BD}" dt="2026-07-05T08:25:17.195" v="5" actId="26606"/>
          <ac:spMkLst>
            <pc:docMk/>
            <pc:sldMk cId="0" sldId="258"/>
            <ac:spMk id="28" creationId="{00000000-0000-0000-0000-000000000000}"/>
          </ac:spMkLst>
        </pc:spChg>
        <pc:spChg chg="mod">
          <ac:chgData name="Satya Gady" userId="7631e2b3a43d1301" providerId="LiveId" clId="{030F32AD-E086-436A-8370-117693AAF5BD}" dt="2026-07-05T08:25:17.195" v="5" actId="26606"/>
          <ac:spMkLst>
            <pc:docMk/>
            <pc:sldMk cId="0" sldId="258"/>
            <ac:spMk id="29" creationId="{00000000-0000-0000-0000-000000000000}"/>
          </ac:spMkLst>
        </pc:spChg>
        <pc:spChg chg="mod replId">
          <ac:chgData name="Satya Gady" userId="7631e2b3a43d1301" providerId="LiveId" clId="{030F32AD-E086-436A-8370-117693AAF5BD}" dt="2026-07-05T08:18:09.071" v="0" actId="26606"/>
          <ac:spMkLst>
            <pc:docMk/>
            <pc:sldMk cId="0" sldId="258"/>
            <ac:spMk id="30" creationId="{00000000-0000-0000-0000-000000000000}"/>
          </ac:spMkLst>
        </pc:spChg>
        <pc:spChg chg="mod replId">
          <ac:chgData name="Satya Gady" userId="7631e2b3a43d1301" providerId="LiveId" clId="{030F32AD-E086-436A-8370-117693AAF5BD}" dt="2026-07-05T08:22:21.840" v="2" actId="26606"/>
          <ac:spMkLst>
            <pc:docMk/>
            <pc:sldMk cId="0" sldId="258"/>
            <ac:spMk id="32" creationId="{00000000-0000-0000-0000-000000000000}"/>
          </ac:spMkLst>
        </pc:spChg>
        <pc:spChg chg="del mod replId">
          <ac:chgData name="Satya Gady" userId="7631e2b3a43d1301" providerId="LiveId" clId="{030F32AD-E086-436A-8370-117693AAF5BD}" dt="2026-07-05T08:22:21.969" v="3" actId="26606"/>
          <ac:spMkLst>
            <pc:docMk/>
            <pc:sldMk cId="0" sldId="258"/>
            <ac:spMk id="33" creationId="{00000000-0000-0000-0000-000000000000}"/>
          </ac:spMkLst>
        </pc:spChg>
        <pc:picChg chg="mod replId">
          <ac:chgData name="Satya Gady" userId="7631e2b3a43d1301" providerId="LiveId" clId="{030F32AD-E086-436A-8370-117693AAF5BD}" dt="2026-07-05T08:22:21.840" v="2" actId="26606"/>
          <ac:picMkLst>
            <pc:docMk/>
            <pc:sldMk cId="0" sldId="258"/>
            <ac:picMk id="31" creationId="{00000000-0000-0000-0000-000000000000}"/>
          </ac:picMkLst>
        </pc:picChg>
      </pc:sldChg>
      <pc:sldChg chg="addSp delSp modSp mod modClrScheme chgLayout">
        <pc:chgData name="Satya Gady" userId="7631e2b3a43d1301" providerId="LiveId" clId="{030F32AD-E086-436A-8370-117693AAF5BD}" dt="2026-07-05T08:25:17.195" v="5" actId="26606"/>
        <pc:sldMkLst>
          <pc:docMk/>
          <pc:sldMk cId="0" sldId="259"/>
        </pc:sldMkLst>
        <pc:spChg chg="add mod">
          <ac:chgData name="Satya Gady" userId="7631e2b3a43d1301" providerId="LiveId" clId="{030F32AD-E086-436A-8370-117693AAF5BD}" dt="2026-07-05T08:25:17.195" v="5" actId="26606"/>
          <ac:spMkLst>
            <pc:docMk/>
            <pc:sldMk cId="0" sldId="259"/>
            <ac:spMk id="3" creationId="{00000000-0000-0000-0000-000000000000}"/>
          </ac:spMkLst>
        </pc:spChg>
        <pc:spChg chg="mod">
          <ac:chgData name="Satya Gady" userId="7631e2b3a43d1301" providerId="LiveId" clId="{030F32AD-E086-436A-8370-117693AAF5BD}" dt="2026-07-05T08:25:17.195" v="5" actId="26606"/>
          <ac:spMkLst>
            <pc:docMk/>
            <pc:sldMk cId="0" sldId="259"/>
            <ac:spMk id="5" creationId="{00000000-0000-0000-0000-000000000000}"/>
          </ac:spMkLst>
        </pc:spChg>
        <pc:spChg chg="mod">
          <ac:chgData name="Satya Gady" userId="7631e2b3a43d1301" providerId="LiveId" clId="{030F32AD-E086-436A-8370-117693AAF5BD}" dt="2026-07-05T08:25:17.195" v="5" actId="26606"/>
          <ac:spMkLst>
            <pc:docMk/>
            <pc:sldMk cId="0" sldId="259"/>
            <ac:spMk id="6" creationId="{00000000-0000-0000-0000-000000000000}"/>
          </ac:spMkLst>
        </pc:spChg>
        <pc:spChg chg="mod">
          <ac:chgData name="Satya Gady" userId="7631e2b3a43d1301" providerId="LiveId" clId="{030F32AD-E086-436A-8370-117693AAF5BD}" dt="2026-07-05T08:25:17.195" v="5" actId="26606"/>
          <ac:spMkLst>
            <pc:docMk/>
            <pc:sldMk cId="0" sldId="259"/>
            <ac:spMk id="7" creationId="{00000000-0000-0000-0000-000000000000}"/>
          </ac:spMkLst>
        </pc:spChg>
        <pc:spChg chg="mod">
          <ac:chgData name="Satya Gady" userId="7631e2b3a43d1301" providerId="LiveId" clId="{030F32AD-E086-436A-8370-117693AAF5BD}" dt="2026-07-05T08:25:17.195" v="5" actId="26606"/>
          <ac:spMkLst>
            <pc:docMk/>
            <pc:sldMk cId="0" sldId="259"/>
            <ac:spMk id="9" creationId="{00000000-0000-0000-0000-000000000000}"/>
          </ac:spMkLst>
        </pc:spChg>
        <pc:spChg chg="mod">
          <ac:chgData name="Satya Gady" userId="7631e2b3a43d1301" providerId="LiveId" clId="{030F32AD-E086-436A-8370-117693AAF5BD}" dt="2026-07-05T08:25:17.195" v="5" actId="2660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Satya Gady" userId="7631e2b3a43d1301" providerId="LiveId" clId="{030F32AD-E086-436A-8370-117693AAF5BD}" dt="2026-07-05T08:25:17.195" v="5" actId="2660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Satya Gady" userId="7631e2b3a43d1301" providerId="LiveId" clId="{030F32AD-E086-436A-8370-117693AAF5BD}" dt="2026-07-05T08:22:21.969" v="3" actId="2660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Satya Gady" userId="7631e2b3a43d1301" providerId="LiveId" clId="{030F32AD-E086-436A-8370-117693AAF5BD}" dt="2026-07-05T08:25:17.195" v="5" actId="26606"/>
          <ac:spMkLst>
            <pc:docMk/>
            <pc:sldMk cId="0" sldId="259"/>
            <ac:spMk id="18" creationId="{00000000-0000-0000-0000-000000000000}"/>
          </ac:spMkLst>
        </pc:spChg>
        <pc:spChg chg="add mod">
          <ac:chgData name="Satya Gady" userId="7631e2b3a43d1301" providerId="LiveId" clId="{030F32AD-E086-436A-8370-117693AAF5BD}" dt="2026-07-05T08:25:17.195" v="5" actId="26606"/>
          <ac:spMkLst>
            <pc:docMk/>
            <pc:sldMk cId="0" sldId="259"/>
            <ac:spMk id="21" creationId="{00000000-0000-0000-0000-000000000000}"/>
          </ac:spMkLst>
        </pc:spChg>
        <pc:spChg chg="add mod">
          <ac:chgData name="Satya Gady" userId="7631e2b3a43d1301" providerId="LiveId" clId="{030F32AD-E086-436A-8370-117693AAF5BD}" dt="2026-07-05T08:25:17.195" v="5" actId="26606"/>
          <ac:spMkLst>
            <pc:docMk/>
            <pc:sldMk cId="0" sldId="259"/>
            <ac:spMk id="26" creationId="{00000000-0000-0000-0000-000000000000}"/>
          </ac:spMkLst>
        </pc:spChg>
        <pc:spChg chg="mod replId">
          <ac:chgData name="Satya Gady" userId="7631e2b3a43d1301" providerId="LiveId" clId="{030F32AD-E086-436A-8370-117693AAF5BD}" dt="2026-07-05T08:18:09.071" v="0" actId="26606"/>
          <ac:spMkLst>
            <pc:docMk/>
            <pc:sldMk cId="0" sldId="259"/>
            <ac:spMk id="29" creationId="{00000000-0000-0000-0000-000000000000}"/>
          </ac:spMkLst>
        </pc:spChg>
        <pc:spChg chg="del mod replId">
          <ac:chgData name="Satya Gady" userId="7631e2b3a43d1301" providerId="LiveId" clId="{030F32AD-E086-436A-8370-117693AAF5BD}" dt="2026-07-05T08:22:21.969" v="3" actId="26606"/>
          <ac:spMkLst>
            <pc:docMk/>
            <pc:sldMk cId="0" sldId="259"/>
            <ac:spMk id="31" creationId="{00000000-0000-0000-0000-000000000000}"/>
          </ac:spMkLst>
        </pc:spChg>
        <pc:spChg chg="mod replId">
          <ac:chgData name="Satya Gady" userId="7631e2b3a43d1301" providerId="LiveId" clId="{030F32AD-E086-436A-8370-117693AAF5BD}" dt="2026-07-05T08:22:21.840" v="2" actId="26606"/>
          <ac:spMkLst>
            <pc:docMk/>
            <pc:sldMk cId="0" sldId="259"/>
            <ac:spMk id="32" creationId="{00000000-0000-0000-0000-000000000000}"/>
          </ac:spMkLst>
        </pc:spChg>
        <pc:picChg chg="mod replId">
          <ac:chgData name="Satya Gady" userId="7631e2b3a43d1301" providerId="LiveId" clId="{030F32AD-E086-436A-8370-117693AAF5BD}" dt="2026-07-05T08:22:21.840" v="2" actId="26606"/>
          <ac:picMkLst>
            <pc:docMk/>
            <pc:sldMk cId="0" sldId="259"/>
            <ac:picMk id="30" creationId="{00000000-0000-0000-0000-000000000000}"/>
          </ac:picMkLst>
        </pc:picChg>
      </pc:sldChg>
      <pc:sldChg chg="addSp delSp modSp add mod modClrScheme chgLayout">
        <pc:chgData name="Satya Gady" userId="7631e2b3a43d1301" providerId="LiveId" clId="{030F32AD-E086-436A-8370-117693AAF5BD}" dt="2026-07-05T08:25:17.195" v="5" actId="26606"/>
        <pc:sldMkLst>
          <pc:docMk/>
          <pc:sldMk cId="0" sldId="260"/>
        </pc:sldMkLst>
        <pc:spChg chg="add">
          <ac:chgData name="Satya Gady" userId="7631e2b3a43d1301" providerId="LiveId" clId="{030F32AD-E086-436A-8370-117693AAF5BD}" dt="2026-07-05T08:22:21.969" v="3" actId="26606"/>
          <ac:spMkLst>
            <pc:docMk/>
            <pc:sldMk cId="0" sldId="260"/>
            <ac:spMk id="3" creationId="{00000000-0000-0000-0000-000000000000}"/>
          </ac:spMkLst>
        </pc:spChg>
        <pc:spChg chg="add mod">
          <ac:chgData name="Satya Gady" userId="7631e2b3a43d1301" providerId="LiveId" clId="{030F32AD-E086-436A-8370-117693AAF5BD}" dt="2026-07-05T08:25:17.195" v="5" actId="26606"/>
          <ac:spMkLst>
            <pc:docMk/>
            <pc:sldMk cId="0" sldId="260"/>
            <ac:spMk id="5" creationId="{00000000-0000-0000-0000-000000000000}"/>
          </ac:spMkLst>
        </pc:spChg>
        <pc:spChg chg="mod">
          <ac:chgData name="Satya Gady" userId="7631e2b3a43d1301" providerId="LiveId" clId="{030F32AD-E086-436A-8370-117693AAF5BD}" dt="2026-07-05T08:22:21.969" v="3" actId="26606"/>
          <ac:spMkLst>
            <pc:docMk/>
            <pc:sldMk cId="0" sldId="260"/>
            <ac:spMk id="6" creationId="{00000000-0000-0000-0000-000000000000}"/>
          </ac:spMkLst>
        </pc:spChg>
        <pc:spChg chg="mod">
          <ac:chgData name="Satya Gady" userId="7631e2b3a43d1301" providerId="LiveId" clId="{030F32AD-E086-436A-8370-117693AAF5BD}" dt="2026-07-05T08:25:17.195" v="5" actId="26606"/>
          <ac:spMkLst>
            <pc:docMk/>
            <pc:sldMk cId="0" sldId="260"/>
            <ac:spMk id="7" creationId="{00000000-0000-0000-0000-000000000000}"/>
          </ac:spMkLst>
        </pc:spChg>
        <pc:spChg chg="mod">
          <ac:chgData name="Satya Gady" userId="7631e2b3a43d1301" providerId="LiveId" clId="{030F32AD-E086-436A-8370-117693AAF5BD}" dt="2026-07-05T08:25:17.195" v="5" actId="26606"/>
          <ac:spMkLst>
            <pc:docMk/>
            <pc:sldMk cId="0" sldId="260"/>
            <ac:spMk id="9" creationId="{00000000-0000-0000-0000-000000000000}"/>
          </ac:spMkLst>
        </pc:spChg>
        <pc:spChg chg="mod">
          <ac:chgData name="Satya Gady" userId="7631e2b3a43d1301" providerId="LiveId" clId="{030F32AD-E086-436A-8370-117693AAF5BD}" dt="2026-07-05T08:25:17.195" v="5" actId="2660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Satya Gady" userId="7631e2b3a43d1301" providerId="LiveId" clId="{030F32AD-E086-436A-8370-117693AAF5BD}" dt="2026-07-05T08:25:17.195" v="5" actId="2660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Satya Gady" userId="7631e2b3a43d1301" providerId="LiveId" clId="{030F32AD-E086-436A-8370-117693AAF5BD}" dt="2026-07-05T08:25:17.195" v="5" actId="2660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Satya Gady" userId="7631e2b3a43d1301" providerId="LiveId" clId="{030F32AD-E086-436A-8370-117693AAF5BD}" dt="2026-07-05T08:25:17.195" v="5" actId="2660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Satya Gady" userId="7631e2b3a43d1301" providerId="LiveId" clId="{030F32AD-E086-436A-8370-117693AAF5BD}" dt="2026-07-05T08:22:21.969" v="3" actId="2660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Satya Gady" userId="7631e2b3a43d1301" providerId="LiveId" clId="{030F32AD-E086-436A-8370-117693AAF5BD}" dt="2026-07-05T08:25:17.195" v="5" actId="2660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Satya Gady" userId="7631e2b3a43d1301" providerId="LiveId" clId="{030F32AD-E086-436A-8370-117693AAF5BD}" dt="2026-07-05T08:25:17.195" v="5" actId="26606"/>
          <ac:spMkLst>
            <pc:docMk/>
            <pc:sldMk cId="0" sldId="260"/>
            <ac:spMk id="18" creationId="{00000000-0000-0000-0000-000000000000}"/>
          </ac:spMkLst>
        </pc:spChg>
        <pc:spChg chg="add del">
          <ac:chgData name="Satya Gady" userId="7631e2b3a43d1301" providerId="LiveId" clId="{030F32AD-E086-436A-8370-117693AAF5BD}" dt="2026-07-05T08:25:17.195" v="5" actId="26606"/>
          <ac:spMkLst>
            <pc:docMk/>
            <pc:sldMk cId="0" sldId="260"/>
            <ac:spMk id="19" creationId="{00000000-0000-0000-0000-000000000000}"/>
          </ac:spMkLst>
        </pc:spChg>
        <pc:spChg chg="mod replId">
          <ac:chgData name="Satya Gady" userId="7631e2b3a43d1301" providerId="LiveId" clId="{030F32AD-E086-436A-8370-117693AAF5BD}" dt="2026-07-05T08:22:21.840" v="2" actId="26606"/>
          <ac:spMkLst>
            <pc:docMk/>
            <pc:sldMk cId="0" sldId="260"/>
            <ac:spMk id="21" creationId="{00000000-0000-0000-0000-000000000000}"/>
          </ac:spMkLst>
        </pc:spChg>
        <pc:spChg chg="del mod replId">
          <ac:chgData name="Satya Gady" userId="7631e2b3a43d1301" providerId="LiveId" clId="{030F32AD-E086-436A-8370-117693AAF5BD}" dt="2026-07-05T08:22:21.969" v="3" actId="26606"/>
          <ac:spMkLst>
            <pc:docMk/>
            <pc:sldMk cId="0" sldId="260"/>
            <ac:spMk id="22" creationId="{00000000-0000-0000-0000-000000000000}"/>
          </ac:spMkLst>
        </pc:spChg>
        <pc:picChg chg="mod replId">
          <ac:chgData name="Satya Gady" userId="7631e2b3a43d1301" providerId="LiveId" clId="{030F32AD-E086-436A-8370-117693AAF5BD}" dt="2026-07-05T08:22:21.840" v="2" actId="26606"/>
          <ac:picMkLst>
            <pc:docMk/>
            <pc:sldMk cId="0" sldId="260"/>
            <ac:picMk id="20" creationId="{00000000-0000-0000-0000-000000000000}"/>
          </ac:picMkLst>
        </pc:picChg>
      </pc:sldChg>
      <pc:sldChg chg="add">
        <pc:chgData name="Satya Gady" userId="7631e2b3a43d1301" providerId="LiveId" clId="{030F32AD-E086-436A-8370-117693AAF5BD}" dt="2026-07-05T08:25:17.195" v="5" actId="26606"/>
        <pc:sldMkLst>
          <pc:docMk/>
          <pc:sldMk cId="0" sldId="261"/>
        </pc:sldMkLst>
      </pc:sldChg>
      <pc:sldMasterChg chg="addSldLayout delSldLayout modSldLayout">
        <pc:chgData name="Satya Gady" userId="7631e2b3a43d1301" providerId="LiveId" clId="{030F32AD-E086-436A-8370-117693AAF5BD}" dt="2026-07-05T08:25:17.195" v="5" actId="26606"/>
        <pc:sldMasterMkLst>
          <pc:docMk/>
          <pc:sldMasterMk cId="2161831832" sldId="2147483648"/>
        </pc:sldMasterMkLst>
        <pc:sldLayoutChg chg="add">
          <pc:chgData name="Satya Gady" userId="7631e2b3a43d1301" providerId="LiveId" clId="{030F32AD-E086-436A-8370-117693AAF5BD}" dt="2026-07-05T08:18:09.190" v="1" actId="26606"/>
          <pc:sldLayoutMkLst>
            <pc:docMk/>
            <pc:sldMasterMk cId="2161831832" sldId="2147483648"/>
            <pc:sldLayoutMk cId="0" sldId="2147483649"/>
          </pc:sldLayoutMkLst>
        </pc:sldLayoutChg>
        <pc:sldLayoutChg chg="add">
          <pc:chgData name="Satya Gady" userId="7631e2b3a43d1301" providerId="LiveId" clId="{030F32AD-E086-436A-8370-117693AAF5BD}" dt="2026-07-05T08:25:17.195" v="5" actId="26606"/>
          <pc:sldLayoutMkLst>
            <pc:docMk/>
            <pc:sldMasterMk cId="2161831832" sldId="2147483648"/>
            <pc:sldLayoutMk cId="0" sldId="2147483650"/>
          </pc:sldLayoutMkLst>
        </pc:sldLayoutChg>
        <pc:sldLayoutChg chg="add">
          <pc:chgData name="Satya Gady" userId="7631e2b3a43d1301" providerId="LiveId" clId="{030F32AD-E086-436A-8370-117693AAF5BD}" dt="2026-07-05T08:25:17.195" v="5" actId="26606"/>
          <pc:sldLayoutMkLst>
            <pc:docMk/>
            <pc:sldMasterMk cId="2161831832" sldId="2147483648"/>
            <pc:sldLayoutMk cId="0" sldId="2147483651"/>
          </pc:sldLayoutMkLst>
        </pc:sldLayoutChg>
        <pc:sldLayoutChg chg="del replId">
          <pc:chgData name="Satya Gady" userId="7631e2b3a43d1301" providerId="LiveId" clId="{030F32AD-E086-436A-8370-117693AAF5BD}" dt="2026-07-05T08:18:09.190" v="1" actId="26606"/>
          <pc:sldLayoutMkLst>
            <pc:docMk/>
            <pc:sldMasterMk cId="2161831832" sldId="2147483648"/>
            <pc:sldLayoutMk cId="0" sldId="2147483652"/>
          </pc:sldLayoutMkLst>
        </pc:sldLayoutChg>
        <pc:sldLayoutChg chg="add del replId">
          <pc:chgData name="Satya Gady" userId="7631e2b3a43d1301" providerId="LiveId" clId="{030F32AD-E086-436A-8370-117693AAF5BD}" dt="2026-07-05T08:22:21.969" v="3" actId="26606"/>
          <pc:sldLayoutMkLst>
            <pc:docMk/>
            <pc:sldMasterMk cId="2161831832" sldId="2147483648"/>
            <pc:sldLayoutMk cId="0" sldId="2147483652"/>
          </pc:sldLayoutMkLst>
        </pc:sldLayoutChg>
        <pc:sldLayoutChg chg="add del replId">
          <pc:chgData name="Satya Gady" userId="7631e2b3a43d1301" providerId="LiveId" clId="{030F32AD-E086-436A-8370-117693AAF5BD}" dt="2026-07-05T08:25:17.195" v="5" actId="26606"/>
          <pc:sldLayoutMkLst>
            <pc:docMk/>
            <pc:sldMasterMk cId="2161831832" sldId="2147483648"/>
            <pc:sldLayoutMk cId="0" sldId="2147483652"/>
          </pc:sldLayoutMkLst>
        </pc:sldLayoutChg>
        <pc:sldLayoutChg chg="add del replId">
          <pc:chgData name="Satya Gady" userId="7631e2b3a43d1301" providerId="LiveId" clId="{030F32AD-E086-436A-8370-117693AAF5BD}" dt="2026-07-05T08:22:21.969" v="3" actId="26606"/>
          <pc:sldLayoutMkLst>
            <pc:docMk/>
            <pc:sldMasterMk cId="2161831832" sldId="2147483648"/>
            <pc:sldLayoutMk cId="0" sldId="2147483653"/>
          </pc:sldLayoutMkLst>
        </pc:sldLayoutChg>
        <pc:sldLayoutChg chg="add del replId">
          <pc:chgData name="Satya Gady" userId="7631e2b3a43d1301" providerId="LiveId" clId="{030F32AD-E086-436A-8370-117693AAF5BD}" dt="2026-07-05T08:25:17.195" v="5" actId="26606"/>
          <pc:sldLayoutMkLst>
            <pc:docMk/>
            <pc:sldMasterMk cId="2161831832" sldId="2147483648"/>
            <pc:sldLayoutMk cId="0" sldId="2147483653"/>
          </pc:sldLayoutMkLst>
        </pc:sldLayoutChg>
        <pc:sldLayoutChg chg="del replId">
          <pc:chgData name="Satya Gady" userId="7631e2b3a43d1301" providerId="LiveId" clId="{030F32AD-E086-436A-8370-117693AAF5BD}" dt="2026-07-05T08:18:09.190" v="1" actId="26606"/>
          <pc:sldLayoutMkLst>
            <pc:docMk/>
            <pc:sldMasterMk cId="2161831832" sldId="2147483648"/>
            <pc:sldLayoutMk cId="0" sldId="214748365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1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827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72237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1831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C67B45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3" name="Image 0" descr="ESSGEE Project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252" y="1234440"/>
            <a:ext cx="1834816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0350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ESSGEE PROJECTS</a:t>
            </a:r>
            <a:r>
              <a:rPr lang="en-US" sz="1150" kern="0" spc="200" dirty="0">
                <a:solidFill>
                  <a:srgbClr val="93A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INSIGHTS SERIES   /   ARTICLE 03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48640" y="1298448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Systems &amp; Compliance</a:t>
            </a:r>
            <a:endParaRPr lang="en-US" sz="3200" dirty="0"/>
          </a:p>
          <a:p>
            <a:pPr marL="0" indent="0" algn="l">
              <a:lnSpc>
                <a:spcPts val="37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Through Effective Delivery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269748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CCD6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sets direction and governance builds confidence — but value is proven in the systems that carry decisions into delivery.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38862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 by Satya Gady</a:t>
            </a:r>
            <a:r>
              <a:rPr lang="en-US" sz="1150" dirty="0">
                <a:solidFill>
                  <a:srgbClr val="93A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ESSGEE Projects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" y="42062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3A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thought-leadership perspective on strategy, governance and delivery.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772400" y="47731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3A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C67B4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ESSGEE PROJECTS</a:t>
            </a:r>
            <a:r>
              <a:rPr lang="en-US" sz="1050" kern="0" spc="200" dirty="0">
                <a:solidFill>
                  <a:srgbClr val="93A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ARTICLE 03</a:t>
            </a:r>
            <a:endParaRPr lang="en-US" sz="1050" dirty="0"/>
          </a:p>
        </p:txBody>
      </p:sp>
      <p:pic>
        <p:nvPicPr>
          <p:cNvPr id="4" name="Image 0" descr="ESSGEE Projects cres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9784" y="274320"/>
            <a:ext cx="533952" cy="658368"/>
          </a:xfrm>
          <a:prstGeom prst="rect">
            <a:avLst/>
          </a:prstGeom>
        </p:spPr>
      </p:pic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truths about </a:t>
            </a:r>
            <a:r>
              <a:rPr lang="en-US" sz="2700" b="1" dirty="0">
                <a:solidFill>
                  <a:srgbClr val="D9BE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 systems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02920" y="166420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CCD6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is not a checkpoint bolted on at the end — it is the evidence that well-run systems leave behind.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2286000"/>
            <a:ext cx="2560320" cy="1783080"/>
          </a:xfrm>
          <a:prstGeom prst="rect">
            <a:avLst/>
          </a:prstGeom>
          <a:solidFill>
            <a:srgbClr val="26374F"/>
          </a:solidFill>
          <a:ln w="9525">
            <a:solidFill>
              <a:srgbClr val="415A7D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Shape 5"/>
          <p:cNvSpPr/>
          <p:nvPr/>
        </p:nvSpPr>
        <p:spPr>
          <a:xfrm>
            <a:off x="502920" y="2286000"/>
            <a:ext cx="777240" cy="548640"/>
          </a:xfrm>
          <a:prstGeom prst="rect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/>
          <p:nvPr/>
        </p:nvSpPr>
        <p:spPr>
          <a:xfrm>
            <a:off x="502920" y="228600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417320" y="235915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D9B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22376" y="2944368"/>
            <a:ext cx="21396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CC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Well-designed project systems lift reporting quality, risk visibility and performance across complex programs.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044952" y="2857500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6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3337560" y="2286000"/>
            <a:ext cx="2560320" cy="1783080"/>
          </a:xfrm>
          <a:prstGeom prst="rect">
            <a:avLst/>
          </a:prstGeom>
          <a:solidFill>
            <a:srgbClr val="26374F"/>
          </a:solidFill>
          <a:ln w="9525">
            <a:solidFill>
              <a:srgbClr val="415A7D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Shape 11"/>
          <p:cNvSpPr/>
          <p:nvPr/>
        </p:nvSpPr>
        <p:spPr>
          <a:xfrm>
            <a:off x="3337560" y="2286000"/>
            <a:ext cx="777240" cy="548640"/>
          </a:xfrm>
          <a:prstGeom prst="rect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2"/>
          <p:cNvSpPr/>
          <p:nvPr/>
        </p:nvSpPr>
        <p:spPr>
          <a:xfrm>
            <a:off x="3337560" y="228600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251960" y="235915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D9B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557016" y="2944368"/>
            <a:ext cx="21396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CC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and assurance are embedded in delivery workflows, so accountability is built in — not bolted on.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879592" y="2857500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6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9" name="Shape 16"/>
          <p:cNvSpPr/>
          <p:nvPr/>
        </p:nvSpPr>
        <p:spPr>
          <a:xfrm>
            <a:off x="6172200" y="2286000"/>
            <a:ext cx="2560320" cy="1783080"/>
          </a:xfrm>
          <a:prstGeom prst="rect">
            <a:avLst/>
          </a:prstGeom>
          <a:solidFill>
            <a:srgbClr val="26374F"/>
          </a:solidFill>
          <a:ln w="9525">
            <a:solidFill>
              <a:srgbClr val="415A7D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" name="Shape 17"/>
          <p:cNvSpPr/>
          <p:nvPr/>
        </p:nvSpPr>
        <p:spPr>
          <a:xfrm>
            <a:off x="6172200" y="2286000"/>
            <a:ext cx="777240" cy="548640"/>
          </a:xfrm>
          <a:prstGeom prst="rect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1" name="Text 18"/>
          <p:cNvSpPr/>
          <p:nvPr/>
        </p:nvSpPr>
        <p:spPr>
          <a:xfrm>
            <a:off x="6172200" y="228600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7086600" y="235915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D9B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391656" y="2944368"/>
            <a:ext cx="21396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CC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PMO and PfMO functions turn governance intent into repeatable, confident delivery.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02920" y="42062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D9BE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thread ties them together: systems make good delivery repeatable — and compliance provable.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02920" y="475488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93A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 [2] ISO 21502:2020  ·  [3] PMI Pulse of the Profession 2024  ·  [1] ESSGEE Insights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772400" y="47731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3A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06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C67B4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ESSGEE PROJECTS</a:t>
            </a:r>
            <a:r>
              <a:rPr lang="en-US" sz="1050" kern="0" spc="200" dirty="0">
                <a:solidFill>
                  <a:srgbClr val="93A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ARTICLE 03</a:t>
            </a:r>
            <a:endParaRPr lang="en-US" sz="1050" dirty="0"/>
          </a:p>
        </p:txBody>
      </p:sp>
      <p:pic>
        <p:nvPicPr>
          <p:cNvPr id="4" name="Image 0" descr="ESSGEE Projects cres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9784" y="274320"/>
            <a:ext cx="533952" cy="658368"/>
          </a:xfrm>
          <a:prstGeom prst="rect">
            <a:avLst/>
          </a:prstGeom>
        </p:spPr>
      </p:pic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delivery-system </a:t>
            </a:r>
            <a:r>
              <a:rPr lang="en-US" sz="2700" b="1" dirty="0">
                <a:solidFill>
                  <a:srgbClr val="D9BE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maturity model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02920" y="1645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CCD6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levels chart the journey from reactive delivery to systems that improve themselves — and make compliance continuous.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 flipV="1">
            <a:off x="640080" y="2212848"/>
            <a:ext cx="7863840" cy="384048"/>
          </a:xfrm>
          <a:prstGeom prst="line">
            <a:avLst/>
          </a:prstGeom>
          <a:noFill/>
          <a:ln w="22225">
            <a:solidFill>
              <a:srgbClr val="C67B4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>
            <a:off x="6035040" y="19385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50" dirty="0">
                <a:solidFill>
                  <a:srgbClr val="C6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MATURITY  ›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02920" y="2395728"/>
            <a:ext cx="1499616" cy="1965960"/>
          </a:xfrm>
          <a:prstGeom prst="rect">
            <a:avLst/>
          </a:prstGeom>
          <a:solidFill>
            <a:srgbClr val="26374F"/>
          </a:solidFill>
          <a:ln w="9525">
            <a:solidFill>
              <a:srgbClr val="415A7D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Shape 7"/>
          <p:cNvSpPr/>
          <p:nvPr/>
        </p:nvSpPr>
        <p:spPr>
          <a:xfrm>
            <a:off x="502920" y="2395728"/>
            <a:ext cx="1499616" cy="457200"/>
          </a:xfrm>
          <a:prstGeom prst="rect">
            <a:avLst/>
          </a:prstGeom>
          <a:solidFill>
            <a:srgbClr val="3C5A8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/>
          <p:nvPr/>
        </p:nvSpPr>
        <p:spPr>
          <a:xfrm>
            <a:off x="594360" y="239572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  </a:t>
            </a: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 HOC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30936" y="2962656"/>
            <a:ext cx="124358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CC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reactive delivery; compliance is retrospective and person-dependent.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176272" y="2395728"/>
            <a:ext cx="1499616" cy="1965960"/>
          </a:xfrm>
          <a:prstGeom prst="rect">
            <a:avLst/>
          </a:prstGeom>
          <a:solidFill>
            <a:srgbClr val="26374F"/>
          </a:solidFill>
          <a:ln w="9525">
            <a:solidFill>
              <a:srgbClr val="415A7D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Shape 11"/>
          <p:cNvSpPr/>
          <p:nvPr/>
        </p:nvSpPr>
        <p:spPr>
          <a:xfrm>
            <a:off x="2176272" y="2395728"/>
            <a:ext cx="1499616" cy="457200"/>
          </a:xfrm>
          <a:prstGeom prst="rect">
            <a:avLst/>
          </a:prstGeom>
          <a:solidFill>
            <a:srgbClr val="5E728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2"/>
          <p:cNvSpPr/>
          <p:nvPr/>
        </p:nvSpPr>
        <p:spPr>
          <a:xfrm>
            <a:off x="2267712" y="239572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  </a:t>
            </a: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REPEATABLE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304288" y="2962656"/>
            <a:ext cx="124358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CC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systems and reporting exist, but practice varies team to team.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849624" y="2395728"/>
            <a:ext cx="1499616" cy="1965960"/>
          </a:xfrm>
          <a:prstGeom prst="rect">
            <a:avLst/>
          </a:prstGeom>
          <a:solidFill>
            <a:srgbClr val="26374F"/>
          </a:solidFill>
          <a:ln w="9525">
            <a:solidFill>
              <a:srgbClr val="415A7D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Shape 15"/>
          <p:cNvSpPr/>
          <p:nvPr/>
        </p:nvSpPr>
        <p:spPr>
          <a:xfrm>
            <a:off x="3849624" y="2395728"/>
            <a:ext cx="1499616" cy="457200"/>
          </a:xfrm>
          <a:prstGeom prst="rect">
            <a:avLst/>
          </a:prstGeom>
          <a:solidFill>
            <a:srgbClr val="877E6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6"/>
          <p:cNvSpPr/>
          <p:nvPr/>
        </p:nvSpPr>
        <p:spPr>
          <a:xfrm>
            <a:off x="3941064" y="239572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L3  </a:t>
            </a: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DEFINED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977640" y="2962656"/>
            <a:ext cx="124358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CC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project systems, controls and assurance across the program.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522976" y="2395728"/>
            <a:ext cx="1499616" cy="1965960"/>
          </a:xfrm>
          <a:prstGeom prst="rect">
            <a:avLst/>
          </a:prstGeom>
          <a:solidFill>
            <a:srgbClr val="26374F"/>
          </a:solidFill>
          <a:ln w="9525">
            <a:solidFill>
              <a:srgbClr val="415A7D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Shape 19"/>
          <p:cNvSpPr/>
          <p:nvPr/>
        </p:nvSpPr>
        <p:spPr>
          <a:xfrm>
            <a:off x="5522976" y="2395728"/>
            <a:ext cx="1499616" cy="457200"/>
          </a:xfrm>
          <a:prstGeom prst="rect">
            <a:avLst/>
          </a:prstGeom>
          <a:solidFill>
            <a:srgbClr val="D9BE7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Text 20"/>
          <p:cNvSpPr/>
          <p:nvPr/>
        </p:nvSpPr>
        <p:spPr>
          <a:xfrm>
            <a:off x="5614416" y="239572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L4  </a:t>
            </a:r>
            <a:r>
              <a:rPr lang="en-US" sz="1100" b="1" dirty="0">
                <a:solidFill>
                  <a:srgbClr val="11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MANAGED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650992" y="2962656"/>
            <a:ext cx="124358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CC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and compliance measured quantitatively; risk visible in real time.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7196328" y="2395728"/>
            <a:ext cx="1499616" cy="1965960"/>
          </a:xfrm>
          <a:prstGeom prst="rect">
            <a:avLst/>
          </a:prstGeom>
          <a:solidFill>
            <a:srgbClr val="26374F"/>
          </a:solidFill>
          <a:ln w="9525">
            <a:solidFill>
              <a:srgbClr val="415A7D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" name="Shape 23"/>
          <p:cNvSpPr/>
          <p:nvPr/>
        </p:nvSpPr>
        <p:spPr>
          <a:xfrm>
            <a:off x="7196328" y="2395728"/>
            <a:ext cx="1499616" cy="457200"/>
          </a:xfrm>
          <a:prstGeom prst="rect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Text 24"/>
          <p:cNvSpPr/>
          <p:nvPr/>
        </p:nvSpPr>
        <p:spPr>
          <a:xfrm>
            <a:off x="7287768" y="239572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L5  </a:t>
            </a:r>
            <a:r>
              <a:rPr lang="en-US" sz="1100" b="1" dirty="0">
                <a:solidFill>
                  <a:srgbClr val="11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OPTIMISING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7324344" y="2962656"/>
            <a:ext cx="124358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CC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self-improve; compliance is continuous, predictive and audit-ready.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02920" y="475488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93A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 [4] AXELOS P3M3  ·  [5] CMMI Institute  ·  [6] ISO 37301:2021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772400" y="47731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3A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06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C67B4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ESSGEE PROJECTS</a:t>
            </a:r>
            <a:r>
              <a:rPr lang="en-US" sz="1050" kern="0" spc="200" dirty="0">
                <a:solidFill>
                  <a:srgbClr val="93A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ARTICLE 03</a:t>
            </a:r>
            <a:endParaRPr lang="en-US" sz="1050" dirty="0"/>
          </a:p>
        </p:txBody>
      </p:sp>
      <p:pic>
        <p:nvPicPr>
          <p:cNvPr id="4" name="Image 0" descr="ESSGEE Projects cres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9784" y="274320"/>
            <a:ext cx="533952" cy="658368"/>
          </a:xfrm>
          <a:prstGeom prst="rect">
            <a:avLst/>
          </a:prstGeom>
        </p:spPr>
      </p:pic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of a </a:t>
            </a:r>
            <a:r>
              <a:rPr lang="en-US" sz="2700" b="1" dirty="0">
                <a:solidFill>
                  <a:srgbClr val="D9BE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 system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1783080" y="2313432"/>
            <a:ext cx="2788920" cy="932688"/>
          </a:xfrm>
          <a:prstGeom prst="line">
            <a:avLst/>
          </a:prstGeom>
          <a:noFill/>
          <a:ln w="19050">
            <a:solidFill>
              <a:srgbClr val="C67B4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Shape 4"/>
          <p:cNvSpPr/>
          <p:nvPr/>
        </p:nvSpPr>
        <p:spPr>
          <a:xfrm flipV="1">
            <a:off x="4572000" y="2313432"/>
            <a:ext cx="2788920" cy="932688"/>
          </a:xfrm>
          <a:prstGeom prst="line">
            <a:avLst/>
          </a:prstGeom>
          <a:noFill/>
          <a:ln w="19050">
            <a:solidFill>
              <a:srgbClr val="C67B4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Shape 5"/>
          <p:cNvSpPr/>
          <p:nvPr/>
        </p:nvSpPr>
        <p:spPr>
          <a:xfrm flipV="1">
            <a:off x="1783080" y="3246120"/>
            <a:ext cx="2788920" cy="923544"/>
          </a:xfrm>
          <a:prstGeom prst="line">
            <a:avLst/>
          </a:prstGeom>
          <a:noFill/>
          <a:ln w="19050">
            <a:solidFill>
              <a:srgbClr val="C67B4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6"/>
          <p:cNvSpPr/>
          <p:nvPr/>
        </p:nvSpPr>
        <p:spPr>
          <a:xfrm>
            <a:off x="4572000" y="3246120"/>
            <a:ext cx="2788920" cy="923544"/>
          </a:xfrm>
          <a:prstGeom prst="line">
            <a:avLst/>
          </a:prstGeom>
          <a:noFill/>
          <a:ln w="19050">
            <a:solidFill>
              <a:srgbClr val="C67B4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Shape 7"/>
          <p:cNvSpPr/>
          <p:nvPr/>
        </p:nvSpPr>
        <p:spPr>
          <a:xfrm>
            <a:off x="548640" y="1847088"/>
            <a:ext cx="2468880" cy="932688"/>
          </a:xfrm>
          <a:prstGeom prst="rect">
            <a:avLst/>
          </a:prstGeom>
          <a:solidFill>
            <a:srgbClr val="26374F"/>
          </a:solidFill>
          <a:ln w="9525">
            <a:solidFill>
              <a:srgbClr val="415A7D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Shape 8"/>
          <p:cNvSpPr/>
          <p:nvPr/>
        </p:nvSpPr>
        <p:spPr>
          <a:xfrm>
            <a:off x="548640" y="1847088"/>
            <a:ext cx="64008" cy="932688"/>
          </a:xfrm>
          <a:prstGeom prst="rect">
            <a:avLst/>
          </a:prstGeom>
          <a:solidFill>
            <a:srgbClr val="C67B4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9"/>
          <p:cNvSpPr/>
          <p:nvPr/>
        </p:nvSpPr>
        <p:spPr>
          <a:xfrm>
            <a:off x="731520" y="1938528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D9BE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&amp; decision rights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1520" y="2350008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CC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accountability and frameworks.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126480" y="1847088"/>
            <a:ext cx="2468880" cy="932688"/>
          </a:xfrm>
          <a:prstGeom prst="rect">
            <a:avLst/>
          </a:prstGeom>
          <a:solidFill>
            <a:srgbClr val="26374F"/>
          </a:solidFill>
          <a:ln w="9525">
            <a:solidFill>
              <a:srgbClr val="415A7D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" name="Shape 12"/>
          <p:cNvSpPr/>
          <p:nvPr/>
        </p:nvSpPr>
        <p:spPr>
          <a:xfrm>
            <a:off x="6126480" y="1847088"/>
            <a:ext cx="64008" cy="932688"/>
          </a:xfrm>
          <a:prstGeom prst="rect">
            <a:avLst/>
          </a:prstGeom>
          <a:solidFill>
            <a:srgbClr val="C67B4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Text 13"/>
          <p:cNvSpPr/>
          <p:nvPr/>
        </p:nvSpPr>
        <p:spPr>
          <a:xfrm>
            <a:off x="6309360" y="1938528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D9BE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Reporting &amp; controls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09360" y="2350008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CC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Milestones, performance and risk visibility.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8640" y="3703320"/>
            <a:ext cx="2468880" cy="932688"/>
          </a:xfrm>
          <a:prstGeom prst="rect">
            <a:avLst/>
          </a:prstGeom>
          <a:solidFill>
            <a:srgbClr val="26374F"/>
          </a:solidFill>
          <a:ln w="9525">
            <a:solidFill>
              <a:srgbClr val="415A7D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" name="Shape 16"/>
          <p:cNvSpPr/>
          <p:nvPr/>
        </p:nvSpPr>
        <p:spPr>
          <a:xfrm>
            <a:off x="548640" y="3703320"/>
            <a:ext cx="64008" cy="932688"/>
          </a:xfrm>
          <a:prstGeom prst="rect">
            <a:avLst/>
          </a:prstGeom>
          <a:solidFill>
            <a:srgbClr val="C67B4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Text 17"/>
          <p:cNvSpPr/>
          <p:nvPr/>
        </p:nvSpPr>
        <p:spPr>
          <a:xfrm>
            <a:off x="731520" y="3794760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D9BE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single source of truth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31520" y="4206240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CC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Trusted, connected project information.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703320"/>
            <a:ext cx="2468880" cy="932688"/>
          </a:xfrm>
          <a:prstGeom prst="rect">
            <a:avLst/>
          </a:prstGeom>
          <a:solidFill>
            <a:srgbClr val="26374F"/>
          </a:solidFill>
          <a:ln w="9525">
            <a:solidFill>
              <a:srgbClr val="415A7D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3" name="Shape 20"/>
          <p:cNvSpPr/>
          <p:nvPr/>
        </p:nvSpPr>
        <p:spPr>
          <a:xfrm>
            <a:off x="6126480" y="3703320"/>
            <a:ext cx="64008" cy="932688"/>
          </a:xfrm>
          <a:prstGeom prst="rect">
            <a:avLst/>
          </a:prstGeom>
          <a:solidFill>
            <a:srgbClr val="C67B4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4" name="Text 21"/>
          <p:cNvSpPr/>
          <p:nvPr/>
        </p:nvSpPr>
        <p:spPr>
          <a:xfrm>
            <a:off x="6309360" y="3794760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D9BE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Assurance &amp; compliance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309360" y="4206240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CC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checks — evidence, not audits.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680460" y="2560320"/>
            <a:ext cx="1783080" cy="1371600"/>
          </a:xfrm>
          <a:prstGeom prst="ellipse">
            <a:avLst/>
          </a:prstGeom>
          <a:solidFill>
            <a:srgbClr val="C9A24B"/>
          </a:solidFill>
          <a:ln w="25400">
            <a:solidFill>
              <a:srgbClr val="C67B45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7" name="Text 24"/>
          <p:cNvSpPr/>
          <p:nvPr/>
        </p:nvSpPr>
        <p:spPr>
          <a:xfrm>
            <a:off x="3680460" y="256032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kern="0" spc="100" dirty="0">
                <a:solidFill>
                  <a:srgbClr val="11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</a:t>
            </a:r>
            <a:endParaRPr lang="en-US" sz="10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400" b="1" kern="0" spc="100" dirty="0">
                <a:solidFill>
                  <a:srgbClr val="11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</a:t>
            </a:r>
            <a:endParaRPr lang="en-US" sz="10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050" b="1" kern="0" spc="100" dirty="0">
                <a:solidFill>
                  <a:srgbClr val="11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02920" y="475488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93A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 [1] ESSGEE Insights  ·  [2] ISO 21502:2020  ·  [6] ISO 37301:2021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7772400" y="47731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3A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06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C67B4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ESSGEE PROJECTS</a:t>
            </a:r>
            <a:r>
              <a:rPr lang="en-US" sz="1050" kern="0" spc="200" dirty="0">
                <a:solidFill>
                  <a:srgbClr val="93A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ARTICLE 03</a:t>
            </a:r>
            <a:endParaRPr lang="en-US" sz="1050" dirty="0"/>
          </a:p>
        </p:txBody>
      </p:sp>
      <p:pic>
        <p:nvPicPr>
          <p:cNvPr id="4" name="Image 0" descr="ESSGEE Projects cres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9784" y="274320"/>
            <a:ext cx="533952" cy="658368"/>
          </a:xfrm>
          <a:prstGeom prst="rect">
            <a:avLst/>
          </a:prstGeom>
        </p:spPr>
      </p:pic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insight to </a:t>
            </a:r>
            <a:r>
              <a:rPr lang="en-US" sz="2700" b="1" dirty="0">
                <a:solidFill>
                  <a:srgbClr val="D9BE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02920" y="1664208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CC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three insights the arc closes: strategy sets direction, governance builds confidence, and systems turn both into dependable delivery.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step is putting the system to work on your program.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02920" y="2697480"/>
            <a:ext cx="2651760" cy="713232"/>
          </a:xfrm>
          <a:prstGeom prst="rect">
            <a:avLst/>
          </a:prstGeom>
          <a:solidFill>
            <a:srgbClr val="26374F"/>
          </a:solidFill>
          <a:ln w="9525">
            <a:solidFill>
              <a:srgbClr val="415A7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Shape 5"/>
          <p:cNvSpPr/>
          <p:nvPr/>
        </p:nvSpPr>
        <p:spPr>
          <a:xfrm>
            <a:off x="502920" y="2697480"/>
            <a:ext cx="54864" cy="713232"/>
          </a:xfrm>
          <a:prstGeom prst="rect">
            <a:avLst/>
          </a:prstGeom>
          <a:solidFill>
            <a:srgbClr val="C67B4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/>
          <p:nvPr/>
        </p:nvSpPr>
        <p:spPr>
          <a:xfrm>
            <a:off x="667512" y="269748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</a:t>
            </a:r>
            <a:r>
              <a:rPr lang="en-US" sz="1050" dirty="0">
                <a:solidFill>
                  <a:srgbClr val="CC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Builds Confidence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73552" y="2697480"/>
            <a:ext cx="2651760" cy="713232"/>
          </a:xfrm>
          <a:prstGeom prst="rect">
            <a:avLst/>
          </a:prstGeom>
          <a:solidFill>
            <a:srgbClr val="26374F"/>
          </a:solidFill>
          <a:ln w="9525">
            <a:solidFill>
              <a:srgbClr val="415A7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8"/>
          <p:cNvSpPr/>
          <p:nvPr/>
        </p:nvSpPr>
        <p:spPr>
          <a:xfrm>
            <a:off x="3273552" y="2697480"/>
            <a:ext cx="54864" cy="713232"/>
          </a:xfrm>
          <a:prstGeom prst="rect">
            <a:avLst/>
          </a:prstGeom>
          <a:solidFill>
            <a:srgbClr val="C67B4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9"/>
          <p:cNvSpPr/>
          <p:nvPr/>
        </p:nvSpPr>
        <p:spPr>
          <a:xfrm>
            <a:off x="3438144" y="269748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</a:t>
            </a:r>
            <a:r>
              <a:rPr lang="en-US" sz="1050" dirty="0">
                <a:solidFill>
                  <a:srgbClr val="CC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Through Strategy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044184" y="2697480"/>
            <a:ext cx="2651760" cy="713232"/>
          </a:xfrm>
          <a:prstGeom prst="rect">
            <a:avLst/>
          </a:prstGeom>
          <a:solidFill>
            <a:srgbClr val="C9A24B"/>
          </a:solidFill>
          <a:ln/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Text 11"/>
          <p:cNvSpPr/>
          <p:nvPr/>
        </p:nvSpPr>
        <p:spPr>
          <a:xfrm>
            <a:off x="6208776" y="269748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</a:t>
            </a:r>
            <a:r>
              <a:rPr lang="en-US" sz="1050" b="1" dirty="0">
                <a:solidFill>
                  <a:srgbClr val="11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&amp; Compliance in Delivery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913632"/>
            <a:ext cx="8138160" cy="713232"/>
          </a:xfrm>
          <a:prstGeom prst="rect">
            <a:avLst/>
          </a:prstGeom>
          <a:solidFill>
            <a:srgbClr val="C9A24B"/>
          </a:solidFill>
          <a:ln/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" name="Shape 13"/>
          <p:cNvSpPr/>
          <p:nvPr/>
        </p:nvSpPr>
        <p:spPr>
          <a:xfrm>
            <a:off x="502920" y="3913632"/>
            <a:ext cx="82296" cy="713232"/>
          </a:xfrm>
          <a:prstGeom prst="rect">
            <a:avLst/>
          </a:prstGeom>
          <a:solidFill>
            <a:srgbClr val="C67B4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4"/>
          <p:cNvSpPr/>
          <p:nvPr/>
        </p:nvSpPr>
        <p:spPr>
          <a:xfrm>
            <a:off x="822960" y="3913632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1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your delivery systems.   </a:t>
            </a:r>
            <a:r>
              <a:rPr lang="en-US" sz="1250" dirty="0">
                <a:solidFill>
                  <a:srgbClr val="11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essgee.pro   ·   satya.gady@essgee.pro   ·   Perth, Western Australia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772400" y="47731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3A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06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C67B4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ESSGEE PROJECTS</a:t>
            </a:r>
            <a:r>
              <a:rPr lang="en-US" sz="1050" kern="0" spc="200" dirty="0">
                <a:solidFill>
                  <a:srgbClr val="93A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ARTICLE 03</a:t>
            </a:r>
            <a:endParaRPr lang="en-US" sz="1050" dirty="0"/>
          </a:p>
        </p:txBody>
      </p:sp>
      <p:pic>
        <p:nvPicPr>
          <p:cNvPr id="4" name="Image 0" descr="ESSGEE Projects cres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9784" y="274320"/>
            <a:ext cx="533952" cy="658368"/>
          </a:xfrm>
          <a:prstGeom prst="rect">
            <a:avLst/>
          </a:prstGeom>
        </p:spPr>
      </p:pic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 &amp; </a:t>
            </a:r>
            <a:r>
              <a:rPr lang="en-US" sz="2700" b="1" dirty="0">
                <a:solidFill>
                  <a:srgbClr val="D9BE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further reading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02920" y="1874520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[1]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60120" y="1874520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CC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ESSGEE Projects — Insights: Bridging Strategy, Governance &amp; Delivery.  essgee.pro/insights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754880" y="1874520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[2]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12080" y="1874520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CC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21502:2020 — Project, programme and portfolio management: Guidance on project management.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2920" y="2660904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[3]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60120" y="266090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CC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 — Pulse of the Profession 2024: The Future of Project Work.  pmi.org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54880" y="2660904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[4]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212080" y="266090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CC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AXELOS — P3M3: Portfolio, Programme &amp; Project Management Maturity Model.  axelos.com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02920" y="3447288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[5]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60120" y="34472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CC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CMMI Institute (ISACA) — Capability Maturity Model Integration.  cmmiinstitute.com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754880" y="3447288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[6]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212080" y="34472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CC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37301:2021 — Compliance management systems: Requirements with guidance for use.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02920" y="47365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3A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ESSGEE Projects  ·  Perth, Western Australia  ·  essgee.pro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772400" y="47731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3A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605</Words>
  <Application>Microsoft Office PowerPoint</Application>
  <PresentationFormat>On-screen Show (16:9)</PresentationFormat>
  <Paragraphs>85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PowerPoint Presentation</vt:lpstr>
      <vt:lpstr>Three truths about delivery systems</vt:lpstr>
      <vt:lpstr>The delivery-system maturity model</vt:lpstr>
      <vt:lpstr>Anatomy of a delivery system</vt:lpstr>
      <vt:lpstr>From insight to delivery</vt:lpstr>
      <vt:lpstr>References &amp; further reading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Satya Gady</dc:creator>
  <cp:lastModifiedBy>Satya Gady</cp:lastModifiedBy>
  <cp:revision>1</cp:revision>
  <dcterms:created xsi:type="dcterms:W3CDTF">2026-07-05T06:31:55Z</dcterms:created>
  <dcterms:modified xsi:type="dcterms:W3CDTF">2026-07-05T08:25:26Z</dcterms:modified>
</cp:coreProperties>
</file>